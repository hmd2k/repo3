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F8659-5E2F-447D-8E66-EEEF36A87EC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ADA87-1FB9-49F8-9F5A-0C08DC734F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71800"/>
          </a:xfrm>
        </p:spPr>
        <p:txBody>
          <a:bodyPr/>
          <a:lstStyle/>
          <a:p>
            <a:r>
              <a:rPr lang="en-US" dirty="0"/>
              <a:t>HDFS has Master slave architecture</a:t>
            </a:r>
          </a:p>
          <a:p>
            <a:r>
              <a:rPr lang="en-US" dirty="0"/>
              <a:t>Comprises </a:t>
            </a:r>
            <a:r>
              <a:rPr lang="en-US" dirty="0" err="1"/>
              <a:t>NameNode</a:t>
            </a:r>
            <a:r>
              <a:rPr lang="en-US" dirty="0"/>
              <a:t> &amp; number of </a:t>
            </a:r>
            <a:r>
              <a:rPr lang="en-US" dirty="0" err="1"/>
              <a:t>DataNodes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Lesson 14 - HDFS in detail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70104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Disk has certain block size</a:t>
            </a:r>
          </a:p>
          <a:p>
            <a:r>
              <a:rPr lang="en-US" dirty="0"/>
              <a:t>File Systems expand by managing information in pieces</a:t>
            </a:r>
          </a:p>
          <a:p>
            <a:r>
              <a:rPr lang="en-US" dirty="0"/>
              <a:t>File System blocks-couple of KB</a:t>
            </a:r>
          </a:p>
          <a:p>
            <a:r>
              <a:rPr lang="en-US" dirty="0"/>
              <a:t>Disk Blocks-512 bytes</a:t>
            </a:r>
          </a:p>
          <a:p>
            <a:r>
              <a:rPr lang="en-US" dirty="0"/>
              <a:t>Seek time is 1% of exchange time</a:t>
            </a:r>
          </a:p>
          <a:p>
            <a:r>
              <a:rPr lang="en-US" dirty="0"/>
              <a:t>Seek time-10ms    Exchange time-100 MB/s</a:t>
            </a:r>
          </a:p>
          <a:p>
            <a:r>
              <a:rPr lang="en-US" dirty="0"/>
              <a:t>Default size-64 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2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to be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Monitoring</a:t>
            </a:r>
          </a:p>
          <a:p>
            <a:r>
              <a:rPr lang="en-US" dirty="0"/>
              <a:t>Rebalancing</a:t>
            </a:r>
          </a:p>
          <a:p>
            <a:r>
              <a:rPr lang="en-US"/>
              <a:t>Metadata Replication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Specific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Local</a:t>
            </a:r>
          </a:p>
          <a:p>
            <a:r>
              <a:rPr lang="en-US" dirty="0"/>
              <a:t>HDFS</a:t>
            </a:r>
          </a:p>
          <a:p>
            <a:r>
              <a:rPr lang="en-US" dirty="0"/>
              <a:t>HFTP</a:t>
            </a:r>
          </a:p>
          <a:p>
            <a:r>
              <a:rPr lang="en-US" dirty="0"/>
              <a:t>HSFTP</a:t>
            </a:r>
          </a:p>
          <a:p>
            <a:r>
              <a:rPr lang="en-US" dirty="0"/>
              <a:t>HAR</a:t>
            </a:r>
          </a:p>
          <a:p>
            <a:r>
              <a:rPr lang="en-US" dirty="0"/>
              <a:t>KFS</a:t>
            </a:r>
          </a:p>
          <a:p>
            <a:r>
              <a:rPr lang="en-US" dirty="0"/>
              <a:t>FTP</a:t>
            </a:r>
          </a:p>
          <a:p>
            <a:r>
              <a:rPr lang="en-US" dirty="0"/>
              <a:t>S3</a:t>
            </a:r>
          </a:p>
        </p:txBody>
      </p:sp>
    </p:spTree>
    <p:extLst>
      <p:ext uri="{BB962C8B-B14F-4D97-AF65-F5344CB8AC3E}">
        <p14:creationId xmlns:p14="http://schemas.microsoft.com/office/powerpoint/2010/main" val="310714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50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73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HDFS Architecture</vt:lpstr>
      <vt:lpstr>PowerPoint Presentation</vt:lpstr>
      <vt:lpstr>Concept of Blocks</vt:lpstr>
      <vt:lpstr>PowerPoint Presentation</vt:lpstr>
      <vt:lpstr>Process to be Implemented</vt:lpstr>
      <vt:lpstr>Hadoop Specific file systems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HDFS Architecture</dc:title>
  <dc:creator>abz</dc:creator>
  <cp:lastModifiedBy>919446521711</cp:lastModifiedBy>
  <cp:revision>7</cp:revision>
  <dcterms:created xsi:type="dcterms:W3CDTF">2017-03-05T10:57:21Z</dcterms:created>
  <dcterms:modified xsi:type="dcterms:W3CDTF">2021-06-08T16:50:39Z</dcterms:modified>
</cp:coreProperties>
</file>